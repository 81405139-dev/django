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FD55B-1C87-BCC9-5B3E-D3B78906C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C059E3D-4D5A-2AA4-B451-B5BD28B10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E6F3E8-5449-02C5-B8AE-40443CA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6C0954-13CC-923E-6EBA-4E26C7C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ABED4C-3C07-62B3-A3DC-FC0372A6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57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97251-4E23-C551-1E3D-FDECC50E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D7A94F-28FB-3822-39AA-72E7B3F1D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8CCCF-856E-E136-D3A4-93FE3A58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12E94C-3B61-4270-645C-51BCFB8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7FE7F1-E76B-06AB-2E91-7BC9FA06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52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347C99-A1D4-8689-3C56-0AFACDF9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316DF2-8AD2-5B20-921E-DD5F16DA1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4A54AB-7092-5C8B-7E57-BD274CF1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CAD24C-A10E-60B8-F7BE-BF0E0DC8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4C4518-4943-677A-3A04-400D6059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32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D9C99E-3686-0D4D-D9F3-A93EC3A6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8B934E-F4A6-8291-A543-6A4F0D3A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C9DF44-FF6C-3522-5FB0-5FE597479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7BB038-1411-72A3-6C46-D5FFAC84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8D78AC-C9F4-1E6E-46FE-95113E21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0B46B-2AEE-B191-C0C6-94A7981D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60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EC0B47-18C5-4E8B-3DBE-8CFE6528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CB661D-59E2-B18C-351C-D954250EF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C54077-EF10-9EF3-0CE9-45FFB1708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16DBEC-F254-B5FF-B874-95E43519E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1670FEE-41D8-1E6B-3A77-3F9DAD894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CDE231-184F-B590-96DC-CF9902F8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843F76-6A16-CD0D-C1CE-01079DF0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8FF3B6-9C79-2C3A-9E0B-C1E8740B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04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B65608-1E56-9FA2-85B9-EFD3ED1B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E6A9C4-D9B7-DA1F-7405-4B1B9773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133242-8F8A-6FA5-DB39-54020B71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65A9C9-5DBD-A8FB-B2AB-469257DE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01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B43B91-623C-757F-D12D-EE53BBBF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911272-F7F9-0096-B395-A59A764B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4B7FAE-4673-E589-08F2-2CF6B3A5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1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806BA-7891-C736-07D2-8754E5C5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F47209-112B-5CBF-7591-7F094D93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AA6C4A-E3DE-E090-BA68-A3407443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1133ED-985B-778C-5CD5-7973E51C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F59FDC-18D3-8042-E0B5-F9212B57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56582D-9369-6614-533C-CC4BD96F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80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7AC3D-0EB0-F89B-2C75-C89EF408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8620C0-66C0-6901-780A-1C10269F5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5D05BA-9FE9-5889-BAA9-774C0CF83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AADCE2-666E-CA6B-7F22-AECA622C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BD5A08-64EF-70F1-3225-93556B2E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E593E9-0B86-2F2F-02AA-870EEAB6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1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D7915-8ED0-B9F5-A64B-4571AFDA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F0A8024-DA08-7BB6-3FE1-67911A1BB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34CA9-8E8A-031F-C55C-984FB6A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62BD77-F37D-CE2B-7B3F-F6B09719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632E7E-CAB8-BAF2-9BFC-1B2D6BB6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33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D2AA397-BE87-51F2-9B3C-B9BADF5AD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52CD26-781D-1CE2-C1E6-BA22F98D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C09D6E-35FD-D5AE-2170-B168D317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3C4543-3FFD-23BA-D8B7-D9F23493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5E079B-0B24-9512-E9A6-4CDA993B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63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C6DE1E-07E2-70F5-E489-3DB8D2CA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A9E03A-B6D4-8718-8FE5-6EA2692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1A64AE-23F1-EE2F-BE38-033EEFE09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34926-9C53-4DA7-96C6-CEFD9D0C95F0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DA91DF-A7DF-9EDE-E017-528BBE85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9B59F-BD6F-3A0A-A209-986B54493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35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LLTb0FKv-0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92626-7C38-AA6A-68C1-2637F3C24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新聞網頁</a:t>
            </a:r>
            <a:br>
              <a:rPr lang="zh-TW" altLang="en-US" sz="1800" dirty="0">
                <a:latin typeface="Calibri" panose="020F0502020204030204" pitchFamily="34" charset="0"/>
                <a:ea typeface="新細明體" panose="02020500000000000000" pitchFamily="18" charset="-120"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F513165-3E48-B8A4-2308-8D5BF9EBF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陳信楷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81405134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黃俊豪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81405139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鄭博文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81405142</a:t>
            </a:r>
            <a:endParaRPr lang="zh-TW" altLang="en-US" sz="18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賴國祥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81405147</a:t>
            </a:r>
            <a:endParaRPr lang="zh-TW" altLang="en-US" sz="18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陳世和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81405158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214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9D56E9-AAE7-3E39-2F19-8DA80443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專題簡介</a:t>
            </a:r>
            <a:endParaRPr lang="zh-TW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DE54F4-949A-8A5C-F874-87EF53E016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333031"/>
            <a:ext cx="106772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這是一個基於</a:t>
            </a:r>
            <a:r>
              <a:rPr lang="zh-TW" altLang="en-US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新細明體" panose="02020500000000000000" pitchFamily="18" charset="-120"/>
              </a:rPr>
              <a:t>Django 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框架開發的新聞入口網站，專為初學者設計。網站提供了簡潔直觀的使用者介面，方便使用者瀏覽來自不同領域的最新資訊。目前已規劃「校園」、「科技」、「運動」與「文化」等多種新聞分類標籤，方便快速篩選內容。除了主要的新聞顯示區塊，側邊欄還設有靜態章節引導與初學者筆記功能。這是一個理想的實作範例，展示了如何建構基礎的網頁應用程式與分類導覽系統。</a:t>
            </a:r>
            <a:endParaRPr lang="zh-TW" altLang="en-US" dirty="0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896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FD5DD-A25B-9D46-4D33-A3AED477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主要功能</a:t>
            </a:r>
            <a:endParaRPr lang="zh-TW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DF00FE-5454-313F-47E1-85C4F0F024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7451" y="2400004"/>
            <a:ext cx="9038803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多樣化分類導覽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：設有頂端導航欄與側邊欄，提供「科技」、「運動」、「文化」與「校園」等標籤，讓使用者快速切換主題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響應式 UI 設計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：採用現代化卡片式佈局與簡約藍紫色調，提供直觀且舒適的視覺體驗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動靜態內容結合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：中央區域動態顯示「頭條新聞」，側邊欄則輔以靜態章節引導與初學者筆記功能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完整 CRUD 與驗證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：具備完整的新聞新增、讀取、修改與刪除功能，並預留登入機制以管理作者權限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0836E88-4447-0114-07CE-E4D18F980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7980" y="366415"/>
            <a:ext cx="4896416" cy="3374944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0EB9325-0B12-BBF1-2771-214A6F92D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57" y="366415"/>
            <a:ext cx="5873135" cy="4739715"/>
          </a:xfrm>
          <a:prstGeom prst="rect">
            <a:avLst/>
          </a:prstGeom>
        </p:spPr>
      </p:pic>
      <p:pic>
        <p:nvPicPr>
          <p:cNvPr id="8" name="線上媒體 7" title="錄製內容 2025 12 28 140826">
            <a:hlinkClick r:id="" action="ppaction://media"/>
            <a:extLst>
              <a:ext uri="{FF2B5EF4-FFF2-40B4-BE49-F238E27FC236}">
                <a16:creationId xmlns:a16="http://schemas.microsoft.com/office/drawing/2014/main" id="{F45428B6-0A9D-9BAA-31B4-2489085C8EA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694297" y="3978341"/>
            <a:ext cx="4623782" cy="261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9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416C01-2071-8A30-89C5-EE7A03AE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ECFD60-B7C0-DD2D-FEE4-6A52459E1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310" y="226897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本專題成功利用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Django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框架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打造出一個具備動態功能的「每日入口網站」。我們從零開始，實作了從資料庫模型設計（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Model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）、邏輯處理（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View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）到前端頁面渲染（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Template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）的完整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MVT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架構。透過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CRUD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功能的開發，我們確保了網站內容具備高度的可維護性與擴展性。</a:t>
            </a:r>
            <a:endParaRPr lang="zh-TW" altLang="en-US" sz="32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385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318</Words>
  <Application>Microsoft Office PowerPoint</Application>
  <PresentationFormat>寬螢幕</PresentationFormat>
  <Paragraphs>15</Paragraphs>
  <Slides>5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Google Sans Flex</vt:lpstr>
      <vt:lpstr>新細明體</vt:lpstr>
      <vt:lpstr>Arial</vt:lpstr>
      <vt:lpstr>Calibri</vt:lpstr>
      <vt:lpstr>Calibri Light</vt:lpstr>
      <vt:lpstr>Times New Roman</vt:lpstr>
      <vt:lpstr>Office 佈景主題</vt:lpstr>
      <vt:lpstr>新聞網頁 </vt:lpstr>
      <vt:lpstr>專題簡介</vt:lpstr>
      <vt:lpstr>主要功能</vt:lpstr>
      <vt:lpstr>PowerPoint 簡報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新聞網頁 </dc:title>
  <dc:creator>User</dc:creator>
  <cp:lastModifiedBy>User</cp:lastModifiedBy>
  <cp:revision>5</cp:revision>
  <dcterms:created xsi:type="dcterms:W3CDTF">2026-01-04T05:36:46Z</dcterms:created>
  <dcterms:modified xsi:type="dcterms:W3CDTF">2026-01-04T05:52:15Z</dcterms:modified>
</cp:coreProperties>
</file>